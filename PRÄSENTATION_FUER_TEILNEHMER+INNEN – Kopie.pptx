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301" r:id="rId4"/>
    <p:sldId id="299" r:id="rId5"/>
    <p:sldId id="300" r:id="rId6"/>
    <p:sldId id="294" r:id="rId7"/>
    <p:sldId id="303" r:id="rId8"/>
    <p:sldId id="291" r:id="rId9"/>
    <p:sldId id="290" r:id="rId10"/>
    <p:sldId id="302" r:id="rId11"/>
    <p:sldId id="304" r:id="rId12"/>
    <p:sldId id="28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9B9D"/>
    <a:srgbClr val="D47C7F"/>
    <a:srgbClr val="FBCDCF"/>
    <a:srgbClr val="F47C81"/>
    <a:srgbClr val="E6575E"/>
    <a:srgbClr val="CD2F2F"/>
    <a:srgbClr val="C5373D"/>
    <a:srgbClr val="C44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297D25-0B54-8A22-F654-A53EEEBC8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2F91059-B971-F147-0CD4-C442D9BB4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FBF1E6-5DD1-EF88-D93C-C1635577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BA03ED-77EC-05F1-484B-61812449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738B76-E181-6966-540C-35518162F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08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EE35B-C0B5-B03A-9A79-062A8947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A5F163-F8BB-4459-8E4F-707BCE5D9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CAE950-7E77-B3C0-F245-E77BA86B2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CBEC43-8A86-FC80-FF4E-74BB7A36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673E86-E230-081C-C65A-FBA54708D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884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39C5C-9FCB-F941-5937-0ADE17AD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6791A58-1322-B9C7-3D6B-72550BA74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C18344-0F90-90EB-BF0D-D6705C74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3A77F2-FE3D-3665-F465-118CD9F2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A6EFE0-A270-8B56-D1E0-035572E6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7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7290E-BD2B-EF0D-AFC8-703C7DD4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542D6E-5D12-164A-5DFD-F4424154B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5DC615-A725-9CCC-C60F-EFED86661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55D572-D837-DF5D-5C9E-417ADAD08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2774D03-F505-3981-48F4-48B72C975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8C4344-930E-4AF9-493D-31CF517B6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06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0142BF-9C4D-A1FA-2AF2-B6DA24303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872F9D-2AE2-AF58-5DDF-5BEE67A916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0069E3E-F79C-8F89-D69F-91847C5A4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C8BB775-D8DB-55F5-E02F-C57798497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D68C286-EEEB-4637-7B55-2194038FF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4536BF-07B5-465D-28B5-B2A1210A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3C8DA9-0A25-49CA-C74E-8D14AD06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A6191F1-995A-D43A-E82C-17B39A16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076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5D7AD9-ED31-2A1F-DD73-013D0F82B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3C447AD-E64C-3119-BDFF-969C8266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58FFAB9-2D9B-D0BE-404C-07EBC6FF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B96AE7-3A9C-5471-4528-E973747B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00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28F5CF6-03A9-AADB-07DC-0AF4E5D4D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EF8A7A9-0622-DE00-EE17-02393695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12AB38-96AC-7D43-F6D5-26F91CF08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568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CC716C-65C9-45CB-9355-6775E3493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236CD7-9B37-9D7F-A9BA-A2A3C05F2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860F80B-C0D3-905F-51FE-DE0199CA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5E407C-AF66-5E06-ECDC-CE7FD244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CE716E-E2A2-217B-BFA6-53D20C32F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3D002F-EB98-0579-D783-6115371A1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494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A13F0F-B6FD-45FE-4E4B-E9899341F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874630-DC50-4243-FECB-FC9F8111C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059C91-E720-8032-BE18-40FAF9F6C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D9AFCC-A133-FFD3-55D0-40DFEB0FC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84695B-E194-9C3B-8333-6158C7CA9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5D24E09-CD6A-7EBB-5673-E9A7A2EE0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521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819AC0-BC5D-FA07-F21A-B9097F50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96F6C9-EA29-628E-D287-D2AC5E838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382486-59E7-BC50-0524-1A28CBBE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BB5CEA-0C23-B2C9-E420-1D9AB2EE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DC44E5-CBE1-465D-C879-52FEE7E1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1932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7901725-A273-4072-15E6-7643BE78F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F27B3DF-85B0-5378-D1EC-FD01276D1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5FFA22-C1EE-80FB-272E-1D8E40E8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75871F-2D86-B8F5-EF49-4CB385D9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3A6FE-0D0B-4366-8559-64963CA9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80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154DBA-550C-8796-68C2-82C3CF382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950B6C-EDEF-BD68-9BB3-021ABC240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43517B-16E1-C8D8-95A7-0D55CBD13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86778-C499-4788-A562-B0DBF2FD3089}" type="datetimeFigureOut">
              <a:rPr lang="de-DE" smtClean="0"/>
              <a:t>27.09.25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F21A81-4B2F-98B5-A2AA-C95D51EB1E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1A8800-F8BB-59EC-B957-F4CD25759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20672-5A34-47CD-9D73-497C46BABA5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941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4">
            <a:extLst>
              <a:ext uri="{FF2B5EF4-FFF2-40B4-BE49-F238E27FC236}">
                <a16:creationId xmlns:a16="http://schemas.microsoft.com/office/drawing/2014/main" id="{1B24AC94-290F-0746-99EA-491569429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5841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7200" dirty="0">
                <a:solidFill>
                  <a:srgbClr val="C5373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[Projektname]</a:t>
            </a:r>
          </a:p>
        </p:txBody>
      </p:sp>
      <p:sp>
        <p:nvSpPr>
          <p:cNvPr id="5" name="Untertitel 5">
            <a:extLst>
              <a:ext uri="{FF2B5EF4-FFF2-40B4-BE49-F238E27FC236}">
                <a16:creationId xmlns:a16="http://schemas.microsoft.com/office/drawing/2014/main" id="{6677CA51-532D-4E16-9CFE-1DBD26354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4101408"/>
            <a:ext cx="12191999" cy="2756591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de-DE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PIT Hackathon [Jahr]</a:t>
            </a:r>
          </a:p>
        </p:txBody>
      </p:sp>
      <p:sp>
        <p:nvSpPr>
          <p:cNvPr id="3" name="Untertitel 5">
            <a:extLst>
              <a:ext uri="{FF2B5EF4-FFF2-40B4-BE49-F238E27FC236}">
                <a16:creationId xmlns:a16="http://schemas.microsoft.com/office/drawing/2014/main" id="{FB93AEBE-795B-2741-A024-76817D0762FA}"/>
              </a:ext>
            </a:extLst>
          </p:cNvPr>
          <p:cNvSpPr txBox="1">
            <a:spLocks/>
          </p:cNvSpPr>
          <p:nvPr/>
        </p:nvSpPr>
        <p:spPr>
          <a:xfrm>
            <a:off x="-2" y="3656110"/>
            <a:ext cx="12191999" cy="44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</a:pPr>
            <a:r>
              <a:rPr lang="de-DE" dirty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[Teamname]</a:t>
            </a:r>
          </a:p>
        </p:txBody>
      </p:sp>
    </p:spTree>
    <p:extLst>
      <p:ext uri="{BB962C8B-B14F-4D97-AF65-F5344CB8AC3E}">
        <p14:creationId xmlns:p14="http://schemas.microsoft.com/office/powerpoint/2010/main" val="286866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el 4">
            <a:extLst>
              <a:ext uri="{FF2B5EF4-FFF2-40B4-BE49-F238E27FC236}">
                <a16:creationId xmlns:a16="http://schemas.microsoft.com/office/drawing/2014/main" id="{17FCCFC0-DF39-CD57-AC32-61034018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54" y="0"/>
            <a:ext cx="12192000" cy="6858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 sind wir?</a:t>
            </a:r>
          </a:p>
        </p:txBody>
      </p:sp>
    </p:spTree>
    <p:extLst>
      <p:ext uri="{BB962C8B-B14F-4D97-AF65-F5344CB8AC3E}">
        <p14:creationId xmlns:p14="http://schemas.microsoft.com/office/powerpoint/2010/main" val="298286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22ACD62-7F3E-308A-F587-889E68084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42229" y="2539789"/>
            <a:ext cx="1307535" cy="149432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0AA8C44-E342-046F-61DD-E2A88C863188}"/>
              </a:ext>
            </a:extLst>
          </p:cNvPr>
          <p:cNvSpPr txBox="1"/>
          <p:nvPr/>
        </p:nvSpPr>
        <p:spPr>
          <a:xfrm>
            <a:off x="7572940" y="4597895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34AD90E-2D29-D751-C89E-9178035182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143271" y="2539788"/>
            <a:ext cx="1307535" cy="149432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B057DAB-F57F-D732-32A3-9F0866452857}"/>
              </a:ext>
            </a:extLst>
          </p:cNvPr>
          <p:cNvSpPr txBox="1"/>
          <p:nvPr/>
        </p:nvSpPr>
        <p:spPr>
          <a:xfrm>
            <a:off x="935674" y="1563570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B9B65D7-565B-CE32-93F7-AD4AEA0A34C4}"/>
              </a:ext>
            </a:extLst>
          </p:cNvPr>
          <p:cNvSpPr txBox="1"/>
          <p:nvPr/>
        </p:nvSpPr>
        <p:spPr>
          <a:xfrm>
            <a:off x="170848" y="4610223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336D878-7800-9195-729F-45A68C6BA5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741192" y="2539788"/>
            <a:ext cx="1307535" cy="149432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0BB990E-BF61-C13B-FFC3-7E6E24F68989}"/>
              </a:ext>
            </a:extLst>
          </p:cNvPr>
          <p:cNvSpPr txBox="1"/>
          <p:nvPr/>
        </p:nvSpPr>
        <p:spPr>
          <a:xfrm>
            <a:off x="4636714" y="1563568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1CA6E4A-FFC5-E79B-4DD6-76AC1B13DE7C}"/>
              </a:ext>
            </a:extLst>
          </p:cNvPr>
          <p:cNvSpPr txBox="1"/>
          <p:nvPr/>
        </p:nvSpPr>
        <p:spPr>
          <a:xfrm>
            <a:off x="8337754" y="1563568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734CD-5567-CA0B-02C1-4C1F1CFB7A86}"/>
              </a:ext>
            </a:extLst>
          </p:cNvPr>
          <p:cNvSpPr txBox="1"/>
          <p:nvPr/>
        </p:nvSpPr>
        <p:spPr>
          <a:xfrm>
            <a:off x="3871894" y="4604059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86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CB057DAB-F57F-D732-32A3-9F0866452857}"/>
              </a:ext>
            </a:extLst>
          </p:cNvPr>
          <p:cNvSpPr txBox="1"/>
          <p:nvPr/>
        </p:nvSpPr>
        <p:spPr>
          <a:xfrm>
            <a:off x="2789626" y="1563570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1B9B65D7-565B-CE32-93F7-AD4AEA0A34C4}"/>
              </a:ext>
            </a:extLst>
          </p:cNvPr>
          <p:cNvSpPr txBox="1"/>
          <p:nvPr/>
        </p:nvSpPr>
        <p:spPr>
          <a:xfrm>
            <a:off x="2024800" y="4610223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336D878-7800-9195-729F-45A68C6BA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595144" y="2539788"/>
            <a:ext cx="1307535" cy="149432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BBE702F-7546-94A3-FFFF-6FB85D5BD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6186" y="2539789"/>
            <a:ext cx="1307535" cy="149432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0BB990E-BF61-C13B-FFC3-7E6E24F68989}"/>
              </a:ext>
            </a:extLst>
          </p:cNvPr>
          <p:cNvSpPr txBox="1"/>
          <p:nvPr/>
        </p:nvSpPr>
        <p:spPr>
          <a:xfrm>
            <a:off x="6490666" y="1563568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734CD-5567-CA0B-02C1-4C1F1CFB7A86}"/>
              </a:ext>
            </a:extLst>
          </p:cNvPr>
          <p:cNvSpPr txBox="1"/>
          <p:nvPr/>
        </p:nvSpPr>
        <p:spPr>
          <a:xfrm>
            <a:off x="5725846" y="4604059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83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22ACD62-7F3E-308A-F587-889E68084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42229" y="2477643"/>
            <a:ext cx="1307535" cy="1494326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0BB990E-BF61-C13B-FFC3-7E6E24F68989}"/>
              </a:ext>
            </a:extLst>
          </p:cNvPr>
          <p:cNvSpPr txBox="1"/>
          <p:nvPr/>
        </p:nvSpPr>
        <p:spPr>
          <a:xfrm>
            <a:off x="4636714" y="1501422"/>
            <a:ext cx="2918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[Aufgabe im Team]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734CD-5567-CA0B-02C1-4C1F1CFB7A86}"/>
              </a:ext>
            </a:extLst>
          </p:cNvPr>
          <p:cNvSpPr txBox="1"/>
          <p:nvPr/>
        </p:nvSpPr>
        <p:spPr>
          <a:xfrm>
            <a:off x="3871894" y="4541913"/>
            <a:ext cx="44482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[Pronomen]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[Vorname] [Nachname] ([Alter])</a:t>
            </a:r>
          </a:p>
          <a:p>
            <a:pPr algn="ctr"/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[Jahrgang]</a:t>
            </a:r>
          </a:p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[Schule]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727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el 4">
            <a:extLst>
              <a:ext uri="{FF2B5EF4-FFF2-40B4-BE49-F238E27FC236}">
                <a16:creationId xmlns:a16="http://schemas.microsoft.com/office/drawing/2014/main" id="{17FCCFC0-DF39-CD57-AC32-610340187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54" y="0"/>
            <a:ext cx="12192000" cy="6858000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de-DE" sz="7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 haben wir gemacht?</a:t>
            </a:r>
          </a:p>
        </p:txBody>
      </p:sp>
    </p:spTree>
    <p:extLst>
      <p:ext uri="{BB962C8B-B14F-4D97-AF65-F5344CB8AC3E}">
        <p14:creationId xmlns:p14="http://schemas.microsoft.com/office/powerpoint/2010/main" val="166491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BC920FD4-FB55-3A38-4E65-5ECE6C250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22ACD62-7F3E-308A-F587-889E68084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42232" y="2736730"/>
            <a:ext cx="1307535" cy="104602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B0BB990E-BF61-C13B-FFC3-7E6E24F68989}"/>
              </a:ext>
            </a:extLst>
          </p:cNvPr>
          <p:cNvSpPr txBox="1"/>
          <p:nvPr/>
        </p:nvSpPr>
        <p:spPr>
          <a:xfrm>
            <a:off x="4143243" y="1337050"/>
            <a:ext cx="3905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[Projektname]</a:t>
            </a:r>
          </a:p>
          <a:p>
            <a:pPr algn="ctr"/>
            <a:r>
              <a:rPr lang="de-DE" sz="2000" dirty="0">
                <a:solidFill>
                  <a:srgbClr val="DD9B9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[Projektdetails z.B. Genre oder Technologie]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BC734CD-5567-CA0B-02C1-4C1F1CFB7A86}"/>
              </a:ext>
            </a:extLst>
          </p:cNvPr>
          <p:cNvSpPr txBox="1"/>
          <p:nvPr/>
        </p:nvSpPr>
        <p:spPr>
          <a:xfrm>
            <a:off x="3871890" y="4236024"/>
            <a:ext cx="4448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[Beschreibung in 1-3 Sätzen]</a:t>
            </a:r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65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warz enthält.&#10;&#10;Automatisch generierte Beschreibung">
            <a:extLst>
              <a:ext uri="{FF2B5EF4-FFF2-40B4-BE49-F238E27FC236}">
                <a16:creationId xmlns:a16="http://schemas.microsoft.com/office/drawing/2014/main" id="{E64026CC-A6E4-769C-9ACE-EFC09F8A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Grafik 6" descr="Ein Bild, das Screenshot, Grafiken, Schwarz, Karminrot enthält.&#10;&#10;Automatisch generierte Beschreibung">
            <a:extLst>
              <a:ext uri="{FF2B5EF4-FFF2-40B4-BE49-F238E27FC236}">
                <a16:creationId xmlns:a16="http://schemas.microsoft.com/office/drawing/2014/main" id="{2EF2C29D-4C66-8CA9-3410-6556DA31A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D4BE04B-48E4-BA84-6692-3C7ED8BFD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62575" y="2695575"/>
            <a:ext cx="1466850" cy="1466850"/>
          </a:xfrm>
          <a:prstGeom prst="rect">
            <a:avLst/>
          </a:prstGeom>
        </p:spPr>
      </p:pic>
      <p:sp>
        <p:nvSpPr>
          <p:cNvPr id="4" name="Titel 4">
            <a:extLst>
              <a:ext uri="{FF2B5EF4-FFF2-40B4-BE49-F238E27FC236}">
                <a16:creationId xmlns:a16="http://schemas.microsoft.com/office/drawing/2014/main" id="{72F03735-716A-0E06-ACFD-A7E07552A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700000">
            <a:off x="9230819" y="449511"/>
            <a:ext cx="4051883" cy="975127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[Projektname]</a:t>
            </a:r>
          </a:p>
        </p:txBody>
      </p:sp>
    </p:spTree>
    <p:extLst>
      <p:ext uri="{BB962C8B-B14F-4D97-AF65-F5344CB8AC3E}">
        <p14:creationId xmlns:p14="http://schemas.microsoft.com/office/powerpoint/2010/main" val="15339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Schwarz enthält.&#10;&#10;Automatisch generierte Beschreibung">
            <a:extLst>
              <a:ext uri="{FF2B5EF4-FFF2-40B4-BE49-F238E27FC236}">
                <a16:creationId xmlns:a16="http://schemas.microsoft.com/office/drawing/2014/main" id="{6DA4B94C-BA22-B74C-06CC-97A24EEC5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fik 19" descr="Ein Bild, das Screenshot, rot, Weinrot enthält.&#10;&#10;Automatisch generierte Beschreibung">
            <a:extLst>
              <a:ext uri="{FF2B5EF4-FFF2-40B4-BE49-F238E27FC236}">
                <a16:creationId xmlns:a16="http://schemas.microsoft.com/office/drawing/2014/main" id="{716700F9-EF87-ED42-E408-94062E590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EF27FF3-C1B5-3762-B260-4993289028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9650" y="2695574"/>
            <a:ext cx="1466850" cy="1466850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E31F33DC-1DE8-7C11-C095-FC035DF78BF6}"/>
              </a:ext>
            </a:extLst>
          </p:cNvPr>
          <p:cNvSpPr txBox="1"/>
          <p:nvPr/>
        </p:nvSpPr>
        <p:spPr>
          <a:xfrm>
            <a:off x="444500" y="609599"/>
            <a:ext cx="327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[Bildbezeichnung]</a:t>
            </a:r>
          </a:p>
          <a:p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[Eine Kurzbeschreibung zu dem, was auf dem Bild zu sehen ist.]</a:t>
            </a:r>
          </a:p>
        </p:txBody>
      </p:sp>
    </p:spTree>
    <p:extLst>
      <p:ext uri="{BB962C8B-B14F-4D97-AF65-F5344CB8AC3E}">
        <p14:creationId xmlns:p14="http://schemas.microsoft.com/office/powerpoint/2010/main" val="3207886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 descr="Ein Bild, das Schwarz enthält.&#10;&#10;Automatisch generierte Beschreibung">
            <a:extLst>
              <a:ext uri="{FF2B5EF4-FFF2-40B4-BE49-F238E27FC236}">
                <a16:creationId xmlns:a16="http://schemas.microsoft.com/office/drawing/2014/main" id="{6DA4B94C-BA22-B74C-06CC-97A24EEC5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Grafik 9" descr="Ein Bild, das rot, Screenshot, Karminrot, Weinrot enthält.&#10;&#10;Automatisch generierte Beschreibung">
            <a:extLst>
              <a:ext uri="{FF2B5EF4-FFF2-40B4-BE49-F238E27FC236}">
                <a16:creationId xmlns:a16="http://schemas.microsoft.com/office/drawing/2014/main" id="{4FE4834C-2039-FE95-B2A1-42E5F9BDCF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0F5A77-5D22-7FA5-DA5B-CD65217321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47162" y="2695574"/>
            <a:ext cx="1466850" cy="14668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6EA72DA3-DA69-7E62-8313-74DC1F202A37}"/>
              </a:ext>
            </a:extLst>
          </p:cNvPr>
          <p:cNvSpPr txBox="1"/>
          <p:nvPr/>
        </p:nvSpPr>
        <p:spPr>
          <a:xfrm>
            <a:off x="8470902" y="609599"/>
            <a:ext cx="3276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[Bildbezeichnung]</a:t>
            </a:r>
          </a:p>
          <a:p>
            <a:endParaRPr lang="de-DE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de-DE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[Eine Kurzbeschreibung zu dem, was auf dem Bild zu sehen ist.]</a:t>
            </a:r>
          </a:p>
        </p:txBody>
      </p:sp>
    </p:spTree>
    <p:extLst>
      <p:ext uri="{BB962C8B-B14F-4D97-AF65-F5344CB8AC3E}">
        <p14:creationId xmlns:p14="http://schemas.microsoft.com/office/powerpoint/2010/main" val="23310091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Schwarz enthält.&#10;&#10;Automatisch generierte Beschreibung">
            <a:extLst>
              <a:ext uri="{FF2B5EF4-FFF2-40B4-BE49-F238E27FC236}">
                <a16:creationId xmlns:a16="http://schemas.microsoft.com/office/drawing/2014/main" id="{E64026CC-A6E4-769C-9ACE-EFC09F8A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5CF87DF-0550-7107-C6DB-8E5E135605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464175" y="2777067"/>
            <a:ext cx="1466850" cy="1303866"/>
          </a:xfrm>
          <a:prstGeom prst="rect">
            <a:avLst/>
          </a:prstGeom>
        </p:spPr>
      </p:pic>
      <p:pic>
        <p:nvPicPr>
          <p:cNvPr id="3" name="Grafik 2" descr="Ein Bild, das Screenshot, Grafiken, Schwarz, Karminrot enthält.&#10;&#10;Automatisch generierte Beschreibung">
            <a:extLst>
              <a:ext uri="{FF2B5EF4-FFF2-40B4-BE49-F238E27FC236}">
                <a16:creationId xmlns:a16="http://schemas.microsoft.com/office/drawing/2014/main" id="{8F3DED87-6A26-04E5-CD0C-D133C16CA1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el 4">
            <a:extLst>
              <a:ext uri="{FF2B5EF4-FFF2-40B4-BE49-F238E27FC236}">
                <a16:creationId xmlns:a16="http://schemas.microsoft.com/office/drawing/2014/main" id="{BF1F95E2-E47B-DF11-3E4E-829D03DD5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700000">
            <a:off x="9230819" y="449511"/>
            <a:ext cx="4051883" cy="975127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[Projektname]</a:t>
            </a:r>
          </a:p>
        </p:txBody>
      </p:sp>
    </p:spTree>
    <p:extLst>
      <p:ext uri="{BB962C8B-B14F-4D97-AF65-F5344CB8AC3E}">
        <p14:creationId xmlns:p14="http://schemas.microsoft.com/office/powerpoint/2010/main" val="3133713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Grafik 5" descr="Ein Bild, das Logo, Grafiken, Design, Karminrot enthält.&#10;&#10;Automatisch generierte Beschreibung">
            <a:extLst>
              <a:ext uri="{FF2B5EF4-FFF2-40B4-BE49-F238E27FC236}">
                <a16:creationId xmlns:a16="http://schemas.microsoft.com/office/drawing/2014/main" id="{658DA1A2-BD49-141A-B5EB-BAEE24B078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67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Breitbild</PresentationFormat>
  <Paragraphs>52</Paragraphs>
  <Slides>12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3" baseType="lpstr">
      <vt:lpstr>Office</vt:lpstr>
      <vt:lpstr>[Projektname]</vt:lpstr>
      <vt:lpstr>Wer sind wir?</vt:lpstr>
      <vt:lpstr>PowerPoint-Präsentation</vt:lpstr>
      <vt:lpstr>PowerPoint-Präsentation</vt:lpstr>
      <vt:lpstr>PowerPoint-Präsentation</vt:lpstr>
      <vt:lpstr>Was haben wir gemacht?</vt:lpstr>
      <vt:lpstr>PowerPoint-Präsentation</vt:lpstr>
      <vt:lpstr>[Projektname]</vt:lpstr>
      <vt:lpstr>PowerPoint-Präsentation</vt:lpstr>
      <vt:lpstr>PowerPoint-Präsentation</vt:lpstr>
      <vt:lpstr>[Projektname]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Onur Alici / PFBE419A</dc:creator>
  <cp:lastModifiedBy>Maximilian Fischer</cp:lastModifiedBy>
  <cp:revision>49</cp:revision>
  <dcterms:created xsi:type="dcterms:W3CDTF">2023-06-15T15:25:11Z</dcterms:created>
  <dcterms:modified xsi:type="dcterms:W3CDTF">2025-09-27T10:07:32Z</dcterms:modified>
</cp:coreProperties>
</file>